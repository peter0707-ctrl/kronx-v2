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9144000" cy="6858000" type="screen4x3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609600"/>
            <a:ext cx="7467600" cy="1143000"/>
          </a:xfrm>
        </p:spPr>
        <p:txBody>
          <a:bodyPr/>
          <a:lstStyle/>
          <a:p>
            <a:r>
              <a:rPr lang="en-US" sz="3600" b="1"/>
              <a:t>Overview: Create a PowerPoint slide deck for Academic Thesis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38200" y="1905000"/>
            <a:ext cx="7467600" cy="4572000"/>
          </a:xfrm>
        </p:spPr>
        <p:txBody>
          <a:bodyPr/>
          <a:lstStyle/>
          <a:p>
            <a:pPr lvl="0"/>
            <a:r>
              <a:rPr lang="en-US" sz="2000"/>
              <a:t>• Comprehensive research presentation</a:t>
            </a:r>
          </a:p>
          <a:p>
            <a:pPr lvl="0"/>
            <a:r>
              <a:rPr lang="en-US" sz="2000"/>
              <a:t>• Systematic analysis &amp; findings</a:t>
            </a:r>
          </a:p>
          <a:p>
            <a:pPr lvl="0"/>
            <a:r>
              <a:rPr lang="en-US" sz="2000"/>
              <a:t>• Presented by Copetra AI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609600"/>
            <a:ext cx="7467600" cy="1143000"/>
          </a:xfrm>
        </p:spPr>
        <p:txBody>
          <a:bodyPr/>
          <a:lstStyle/>
          <a:p>
            <a:r>
              <a:rPr lang="en-US" sz="3600" b="1"/>
              <a:t>Methodology &amp; Architecture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38200" y="1905000"/>
            <a:ext cx="7467600" cy="4572000"/>
          </a:xfrm>
        </p:spPr>
        <p:txBody>
          <a:bodyPr/>
          <a:lstStyle/>
          <a:p>
            <a:pPr lvl="0"/>
            <a:r>
              <a:rPr lang="en-US" sz="2000"/>
              <a:t>• Modular capability routing</a:t>
            </a:r>
          </a:p>
          <a:p>
            <a:pPr lvl="0"/>
            <a:r>
              <a:rPr lang="en-US" sz="2000"/>
              <a:t>• Verified evidentiary grounding</a:t>
            </a:r>
          </a:p>
          <a:p>
            <a:pPr lvl="0"/>
            <a:r>
              <a:rPr lang="en-US" sz="2000"/>
              <a:t>• Zero-hallucination guarantee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609600"/>
            <a:ext cx="7467600" cy="1143000"/>
          </a:xfrm>
        </p:spPr>
        <p:txBody>
          <a:bodyPr/>
          <a:lstStyle/>
          <a:p>
            <a:r>
              <a:rPr lang="en-US" sz="3600" b="1"/>
              <a:t>Key Conclusions &amp; Next Steps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38200" y="1905000"/>
            <a:ext cx="7467600" cy="4572000"/>
          </a:xfrm>
        </p:spPr>
        <p:txBody>
          <a:bodyPr/>
          <a:lstStyle/>
          <a:p>
            <a:pPr lvl="0"/>
            <a:r>
              <a:rPr lang="en-US" sz="2000"/>
              <a:t>• Empirically validated performance</a:t>
            </a:r>
          </a:p>
          <a:p>
            <a:pPr lvl="0"/>
            <a:r>
              <a:rPr lang="en-US" sz="2000"/>
              <a:t>• Actionable recommendations</a:t>
            </a:r>
          </a:p>
          <a:p>
            <a:pPr lvl="0"/>
            <a:r>
              <a:rPr lang="en-US" sz="2000"/>
              <a:t>• Production deployment readiness</a:t>
            </a:r>
          </a:p>
        </p:txBody>
      </p:sp>
    </p:spTree>
  </p:cSld>
</p:sld>
</file>